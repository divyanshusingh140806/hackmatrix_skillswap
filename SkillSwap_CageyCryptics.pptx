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F8609-D28D-46AA-A7B0-BD82EB6C5A2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9F0B6-28A7-489E-BFF8-7B0409DB8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07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5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53933" y="2694198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60839" y="365758"/>
            <a:ext cx="11533237" cy="1055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95768" y="1687516"/>
            <a:ext cx="4984955" cy="80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45"/>
              </a:lnSpc>
              <a:spcBef>
                <a:spcPct val="0"/>
              </a:spcBef>
            </a:pPr>
            <a:r>
              <a:rPr lang="en-US" sz="4599" b="1" spc="-16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3568777"/>
            <a:ext cx="4028629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505" y="5243019"/>
            <a:ext cx="3416350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956" y="6919947"/>
            <a:ext cx="4230588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69CE88-206B-34E0-657A-4090D8E99EE8}"/>
              </a:ext>
            </a:extLst>
          </p:cNvPr>
          <p:cNvSpPr/>
          <p:nvPr/>
        </p:nvSpPr>
        <p:spPr>
          <a:xfrm>
            <a:off x="4014138" y="3576054"/>
            <a:ext cx="500042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SKILL SWAP BOARD</a:t>
            </a:r>
          </a:p>
          <a:p>
            <a:pPr algn="ctr"/>
            <a:endParaRPr lang="en-US" sz="3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C17068-7DAE-7409-5E75-28395C821EF1}"/>
              </a:ext>
            </a:extLst>
          </p:cNvPr>
          <p:cNvSpPr/>
          <p:nvPr/>
        </p:nvSpPr>
        <p:spPr>
          <a:xfrm>
            <a:off x="4173024" y="5276315"/>
            <a:ext cx="429348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CAGEY CRYPTICS</a:t>
            </a:r>
            <a:endParaRPr lang="en-IN" sz="3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F019B-0317-C2EA-503E-D411FFF07316}"/>
              </a:ext>
            </a:extLst>
          </p:cNvPr>
          <p:cNvSpPr/>
          <p:nvPr/>
        </p:nvSpPr>
        <p:spPr>
          <a:xfrm>
            <a:off x="4368673" y="6919947"/>
            <a:ext cx="10200293" cy="18908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90874" lvl="1" indent="-345437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DIVYANSHU SINGH — Reg. No. 25MIM10191      </a:t>
            </a:r>
          </a:p>
          <a:p>
            <a:pPr marL="690874" lvl="1" indent="-345437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UMANG KHANDELWAL — Reg. No. 25BSA10183</a:t>
            </a:r>
          </a:p>
          <a:p>
            <a:pPr marL="690874" lvl="1" indent="-345437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LAKSHYA NATH — Reg. No. 25BCY10109</a:t>
            </a:r>
            <a:endParaRPr lang="en-IN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08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4291781" y="525462"/>
            <a:ext cx="8159477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301" y="2337706"/>
            <a:ext cx="5868543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82" y="4531501"/>
            <a:ext cx="6594195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82" y="6751217"/>
            <a:ext cx="638771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?      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75566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33B109-1C7D-B3F0-3125-9528F9B4F061}"/>
              </a:ext>
            </a:extLst>
          </p:cNvPr>
          <p:cNvSpPr/>
          <p:nvPr/>
        </p:nvSpPr>
        <p:spPr>
          <a:xfrm>
            <a:off x="219170" y="5100819"/>
            <a:ext cx="13496075" cy="12716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200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Students, freelancers, and lifelong learners who want to learn new skills but cannot afford courses or formal tutoring.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49FB46-64C0-ACD5-29BC-4F0B431A1187}"/>
              </a:ext>
            </a:extLst>
          </p:cNvPr>
          <p:cNvSpPr/>
          <p:nvPr/>
        </p:nvSpPr>
        <p:spPr>
          <a:xfrm>
            <a:off x="633296" y="3032336"/>
            <a:ext cx="16800265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professionals struggle to find others with complementary skills willing to teach in exchange for what they know.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125006-8138-4811-E4CA-0B7F2025B4C8}"/>
              </a:ext>
            </a:extLst>
          </p:cNvPr>
          <p:cNvSpPr/>
          <p:nvPr/>
        </p:nvSpPr>
        <p:spPr>
          <a:xfrm>
            <a:off x="441661" y="7481067"/>
            <a:ext cx="16748828" cy="12716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Students, freelancers, and lifelong learners who want to learn new skills but cannot afford courses or formal tutoring.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68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9709" y="525462"/>
            <a:ext cx="990673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6402" y="2256918"/>
            <a:ext cx="6727507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(if any)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203" y="4373214"/>
            <a:ext cx="744587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9698" y="6322748"/>
            <a:ext cx="7947322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1872" y="165655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69F612-59B3-D60E-A404-A84C29440E47}"/>
              </a:ext>
            </a:extLst>
          </p:cNvPr>
          <p:cNvSpPr txBox="1"/>
          <p:nvPr/>
        </p:nvSpPr>
        <p:spPr>
          <a:xfrm>
            <a:off x="1651825" y="2993923"/>
            <a:ext cx="1122865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Platforms like Barter Chain,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Swapo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Swap Skill, LinkedIn Learning, Udemy, and Coursera offer skill courses.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FF7FD4-88D5-9F74-160C-28AFEA97B0B5}"/>
              </a:ext>
            </a:extLst>
          </p:cNvPr>
          <p:cNvSpPr txBox="1"/>
          <p:nvPr/>
        </p:nvSpPr>
        <p:spPr>
          <a:xfrm>
            <a:off x="1563329" y="5051319"/>
            <a:ext cx="122538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platforms are one-directional (teacher to student), expensive, and do not facilitate mutual skill exchange between peers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74B59A-983F-6A48-67E1-3EA2F7E6ECFD}"/>
              </a:ext>
            </a:extLst>
          </p:cNvPr>
          <p:cNvSpPr txBox="1"/>
          <p:nvPr/>
        </p:nvSpPr>
        <p:spPr>
          <a:xfrm>
            <a:off x="9542206" y="7123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ED65D5-7502-CE41-3554-E901C4F25405}"/>
              </a:ext>
            </a:extLst>
          </p:cNvPr>
          <p:cNvSpPr txBox="1"/>
          <p:nvPr/>
        </p:nvSpPr>
        <p:spPr>
          <a:xfrm>
            <a:off x="1607575" y="7315202"/>
            <a:ext cx="13921632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SkillSwap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fills the gap with AI-powered two-way matching and verified skill badges — turning every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learner into a teacher.</a:t>
            </a:r>
          </a:p>
          <a:p>
            <a:endParaRPr lang="en-IN" sz="3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14794" y="525462"/>
            <a:ext cx="7691488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041" y="2438092"/>
            <a:ext cx="5327739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 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0041" y="4969309"/>
            <a:ext cx="6950061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6119" y="7294048"/>
            <a:ext cx="7323699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5E900-FCBC-78B5-6449-384B893A62A2}"/>
              </a:ext>
            </a:extLst>
          </p:cNvPr>
          <p:cNvSpPr txBox="1"/>
          <p:nvPr/>
        </p:nvSpPr>
        <p:spPr>
          <a:xfrm>
            <a:off x="1865671" y="3399937"/>
            <a:ext cx="11938817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Skill Swap Board is an AI-powered peer skill exchange platform where users trade what they know for what they want to learn — at zero cost.</a:t>
            </a:r>
          </a:p>
          <a:p>
            <a:endParaRPr lang="en-IN" sz="3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CC848-59F2-E6B8-8B27-E955D1710286}"/>
              </a:ext>
            </a:extLst>
          </p:cNvPr>
          <p:cNvSpPr txBox="1"/>
          <p:nvPr/>
        </p:nvSpPr>
        <p:spPr>
          <a:xfrm>
            <a:off x="1865671" y="5685508"/>
            <a:ext cx="1286796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Features: AI match suggestions (Claude API), skill verification quiz, swap request inbox, live stats, dark mode UI with animations.</a:t>
            </a:r>
          </a:p>
          <a:p>
            <a:endParaRPr lang="en-IN" sz="3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758B1-3DEB-374C-DBD0-A50530114D8C}"/>
              </a:ext>
            </a:extLst>
          </p:cNvPr>
          <p:cNvSpPr txBox="1"/>
          <p:nvPr/>
        </p:nvSpPr>
        <p:spPr>
          <a:xfrm>
            <a:off x="1865672" y="8067372"/>
            <a:ext cx="13811863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create profiles, get AI-ranked compatible matches, send/accept swap requests, and verify skills via AI-generated quizzes earning trusted badges.</a:t>
            </a:r>
          </a:p>
          <a:p>
            <a:endParaRPr lang="en-IN" sz="3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75316" y="396022"/>
            <a:ext cx="8755433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972" y="2265996"/>
            <a:ext cx="6769673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architecture diagram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6898" y="4513879"/>
            <a:ext cx="10598944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(Frontend, Backend, Database, APIs)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6898" y="6732260"/>
            <a:ext cx="7374431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flow briefly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F180B-35DB-3191-250B-D170173F1ACB}"/>
              </a:ext>
            </a:extLst>
          </p:cNvPr>
          <p:cNvSpPr txBox="1"/>
          <p:nvPr/>
        </p:nvSpPr>
        <p:spPr>
          <a:xfrm>
            <a:off x="1673941" y="3030795"/>
            <a:ext cx="12823724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Single-page frontend (HTML/CSS/JS) communicates with a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FastAPI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backend via REST APIs; data is stored in a JSON flat-file database.</a:t>
            </a:r>
          </a:p>
          <a:p>
            <a:endParaRPr lang="en-IN" sz="3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0FC8A8-FC6F-AC24-ADD2-AF856389ECF5}"/>
              </a:ext>
            </a:extLst>
          </p:cNvPr>
          <p:cNvSpPr txBox="1"/>
          <p:nvPr/>
        </p:nvSpPr>
        <p:spPr>
          <a:xfrm>
            <a:off x="1673941" y="5220927"/>
            <a:ext cx="15065477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Components: index.html (UI),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FastAPI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(main.py), Routes (users, matches, requests, quiz), JSON storage (database.py), Anthropic Claude API.</a:t>
            </a:r>
          </a:p>
          <a:p>
            <a:endParaRPr lang="en-IN" sz="3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127556-4B81-2AA1-982F-3D73688578F5}"/>
              </a:ext>
            </a:extLst>
          </p:cNvPr>
          <p:cNvSpPr txBox="1"/>
          <p:nvPr/>
        </p:nvSpPr>
        <p:spPr>
          <a:xfrm>
            <a:off x="1709605" y="7774823"/>
            <a:ext cx="12491946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action → Frontend fetch →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FastAPI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route → Local Jaccard algorithm pre-ranks →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Claude API deep-analyzes top 5 → JSON response → UI renders.</a:t>
            </a:r>
          </a:p>
          <a:p>
            <a:endParaRPr lang="en-IN" sz="3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4671" y="396022"/>
            <a:ext cx="11324657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 PROCESS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03" y="1847015"/>
            <a:ext cx="7238356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step-by-step working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5266" y="1788061"/>
            <a:ext cx="762319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user flow or system 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321" y="8135534"/>
            <a:ext cx="6163174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a proper flowchart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3CCCC-3372-DBE8-7591-A07B81ABB056}"/>
              </a:ext>
            </a:extLst>
          </p:cNvPr>
          <p:cNvSpPr txBox="1"/>
          <p:nvPr/>
        </p:nvSpPr>
        <p:spPr>
          <a:xfrm>
            <a:off x="1287580" y="2373737"/>
            <a:ext cx="820627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spc="-271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Step 1: User registers with name, bio, skills offered and skills wanted. </a:t>
            </a:r>
          </a:p>
          <a:p>
            <a:r>
              <a:rPr lang="en-US" sz="3100" spc="-271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Step 2: Clicks Find Matches — local Jaccard algorithm scores all users instantly.</a:t>
            </a:r>
          </a:p>
          <a:p>
            <a:r>
              <a:rPr lang="en-US" sz="3200" spc="-271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Step 3: Claude AI analyses top 5 candidates and returns match %, reason, and a suggested swap.</a:t>
            </a:r>
          </a:p>
          <a:p>
            <a:r>
              <a:rPr lang="en-US" sz="3200" spc="-271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Step 4: User sends a swap request choosing skill to offer and learn.</a:t>
            </a:r>
          </a:p>
          <a:p>
            <a:r>
              <a:rPr lang="en-US" sz="3200" spc="-271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Step 5: Recipient accepts/declines from inbox. </a:t>
            </a:r>
          </a:p>
          <a:p>
            <a:r>
              <a:rPr lang="en-US" sz="3200" spc="-271" dirty="0">
                <a:solidFill>
                  <a:srgbClr val="FFFFFF"/>
                </a:solidFill>
                <a:ea typeface="Times New Roman Bold"/>
                <a:cs typeface="Times New Roman Bold"/>
                <a:sym typeface="Times New Roman Bold"/>
              </a:rPr>
              <a:t>Step 6: Either user can click Verify Skill — AI quiz is generated and on passing, a verified badge is awarded.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F50CD6-2A2C-7CAB-1558-C6DB29982B0F}"/>
              </a:ext>
            </a:extLst>
          </p:cNvPr>
          <p:cNvSpPr txBox="1"/>
          <p:nvPr/>
        </p:nvSpPr>
        <p:spPr>
          <a:xfrm>
            <a:off x="10602504" y="2300389"/>
            <a:ext cx="6915676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steps a user follows .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User Flow: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opens the app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signs up / logs in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adds: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they have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they want to learn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browses or gets matched suggestions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sends a swap request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user accepts/rejects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connect (chat/video)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exchange happens</a:t>
            </a:r>
          </a:p>
          <a:p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users rate each other</a:t>
            </a:r>
            <a:endParaRPr lang="en-IN" sz="3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CC4E00-B11F-5BCB-3665-6C1F31166E7B}"/>
              </a:ext>
            </a:extLst>
          </p:cNvPr>
          <p:cNvSpPr txBox="1"/>
          <p:nvPr/>
        </p:nvSpPr>
        <p:spPr>
          <a:xfrm>
            <a:off x="633296" y="8864010"/>
            <a:ext cx="1727569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START → Open App → Login/Signup → Enter Skills → Store in DB → Match Users → Show Matches →</a:t>
            </a:r>
          </a:p>
          <a:p>
            <a:r>
              <a:rPr lang="en-IN" sz="2800" dirty="0">
                <a:solidFill>
                  <a:schemeClr val="bg1"/>
                </a:solidFill>
              </a:rPr>
              <a:t> Send Request → Notify User → Accept?          YES → Create Chat → Skill Exchange → Rating → Update Profile → END 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                                                                                NO  → Back to Matching → Show Matches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44136" y="377531"/>
            <a:ext cx="5728313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0475" y="2028429"/>
            <a:ext cx="549687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1056" y="3975006"/>
            <a:ext cx="5747517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213" y="6146692"/>
            <a:ext cx="3107631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2060" y="8141392"/>
            <a:ext cx="10072539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and APIs used and </a:t>
            </a:r>
            <a:r>
              <a:rPr lang="en-US" sz="3399" spc="-27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eason for choosing each (1 line each)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406083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B4172F-B2CC-8A73-6A5A-B31941DF5DC3}"/>
              </a:ext>
            </a:extLst>
          </p:cNvPr>
          <p:cNvSpPr txBox="1"/>
          <p:nvPr/>
        </p:nvSpPr>
        <p:spPr>
          <a:xfrm>
            <a:off x="1135628" y="2757951"/>
            <a:ext cx="1517255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Frontend: Plain HTML5, CSS3, Vanilla JavaScript — single file (index.html). Chosen for zero build-step setup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and hackathon speed.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36C5E-5DD3-657C-1266-EFC65AEB0882}"/>
              </a:ext>
            </a:extLst>
          </p:cNvPr>
          <p:cNvSpPr txBox="1"/>
          <p:nvPr/>
        </p:nvSpPr>
        <p:spPr>
          <a:xfrm>
            <a:off x="1120880" y="4763731"/>
            <a:ext cx="1484957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Backend: Python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FastAPI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with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Uvicorn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— fast async REST API, auto-generated docs, CORS middleware,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and static file serving in one framework.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AF51EB-BC84-E3C3-FB2E-3290572BA79E}"/>
              </a:ext>
            </a:extLst>
          </p:cNvPr>
          <p:cNvSpPr txBox="1"/>
          <p:nvPr/>
        </p:nvSpPr>
        <p:spPr>
          <a:xfrm>
            <a:off x="1164399" y="6843255"/>
            <a:ext cx="14683315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Database: JSON flat-file (database.py) — no external DB required, perfect for a hackathon prototype with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instant portability.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6F66F2-6D0C-A345-9EF5-9D3C8DAD4C8A}"/>
              </a:ext>
            </a:extLst>
          </p:cNvPr>
          <p:cNvSpPr txBox="1"/>
          <p:nvPr/>
        </p:nvSpPr>
        <p:spPr>
          <a:xfrm>
            <a:off x="1194621" y="8908027"/>
            <a:ext cx="1443581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APIs &amp; Tools: Anthropic Claude API (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claude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-sonnet) for AI matching and quiz generation — chosen for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best-in-class reasoning and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reliability.</a:t>
            </a:r>
            <a:r>
              <a:rPr lang="en-US" sz="3100" spc="-271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eason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for choosing each (1 line each)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717561" y="376633"/>
            <a:ext cx="10523095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5210" y="1787433"/>
            <a:ext cx="6593894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Step-by-step development 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7934959"/>
            <a:ext cx="694793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or features to be built 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548" y="9429787"/>
            <a:ext cx="6254756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Timeline (if applicable)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6733" y="145975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5EC581-3B93-2179-D8F8-63CDCAFD3600}"/>
              </a:ext>
            </a:extLst>
          </p:cNvPr>
          <p:cNvSpPr txBox="1"/>
          <p:nvPr/>
        </p:nvSpPr>
        <p:spPr>
          <a:xfrm>
            <a:off x="5647749" y="7960964"/>
            <a:ext cx="1137997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00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built: User Profiles, AI Match Engine, Swap Request Flow (send/accept/decline), </a:t>
            </a:r>
          </a:p>
          <a:p>
            <a:r>
              <a:rPr lang="en-US" sz="2900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Skill Verification Quiz, Requests Inbox with badge counter.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74FEA2-CA00-2C9D-9C77-48DA762EEC6A}"/>
              </a:ext>
            </a:extLst>
          </p:cNvPr>
          <p:cNvSpPr txBox="1"/>
          <p:nvPr/>
        </p:nvSpPr>
        <p:spPr>
          <a:xfrm>
            <a:off x="423599" y="2406166"/>
            <a:ext cx="18036220" cy="5493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— Project Setup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up folder structure, install 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Anthropic SDK, and create the .env file with API key.</a:t>
            </a:r>
          </a:p>
          <a:p>
            <a:r>
              <a:rPr lang="en-IN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— Data Models &amp; </a:t>
            </a:r>
            <a:r>
              <a:rPr lang="en-IN" sz="27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 (User, 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SwapRequest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QuizAnswer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build the JSON</a:t>
            </a:r>
          </a:p>
          <a:p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flat-file read/write functions in database.py.</a:t>
            </a:r>
          </a:p>
          <a:p>
            <a:r>
              <a:rPr lang="en-IN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— User Routes 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/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/users endpoints — create profile, fetch all users, fetch by ID, update verified skills.</a:t>
            </a:r>
          </a:p>
          <a:p>
            <a:r>
              <a:rPr lang="en-IN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— Matching Algorithm 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 local Jaccard similarity scoring, direct swap detection, and integrate </a:t>
            </a:r>
          </a:p>
          <a:p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Claude API to deep-analyse the top 5 matches.</a:t>
            </a:r>
          </a:p>
          <a:p>
            <a:r>
              <a:rPr lang="en-IN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— Swap Request Flow 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/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/requests routes — send request, fetch inbox, accept/decline with status updates.</a:t>
            </a:r>
          </a:p>
          <a:p>
            <a:r>
              <a:rPr lang="en-IN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— Skill Verification Quiz 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/</a:t>
            </a:r>
            <a:r>
              <a:rPr lang="en-IN" sz="2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/quiz — use Claude API to auto-generate skill-specific questions, evaluate answers, </a:t>
            </a:r>
          </a:p>
          <a:p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and award verified badge on pass.</a:t>
            </a:r>
          </a:p>
          <a:p>
            <a:r>
              <a:rPr lang="en-IN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 — Frontend UI 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the complete single-page index.html with profile creation, match display, swap inbox, </a:t>
            </a:r>
          </a:p>
          <a:p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and quiz flow — all wired to the backend via fetch calls.</a:t>
            </a:r>
          </a:p>
          <a:p>
            <a:r>
              <a:rPr lang="en-IN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8 — Integration Testing &amp; Demo Prep </a:t>
            </a:r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3–4 test profiles with overlapping skills, run full end-to-end flow,</a:t>
            </a:r>
          </a:p>
          <a:p>
            <a:r>
              <a:rPr lang="en-IN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fix bugs, and rehearse the judge demo script.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60775" y="377591"/>
            <a:ext cx="9663518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8" y="2800999"/>
            <a:ext cx="688577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778" y="5057775"/>
            <a:ext cx="4579874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2" y="7259564"/>
            <a:ext cx="4747329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65415" y="144186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12B14-6AB3-DFCC-B66F-FF31BB6C1BD0}"/>
              </a:ext>
            </a:extLst>
          </p:cNvPr>
          <p:cNvSpPr txBox="1"/>
          <p:nvPr/>
        </p:nvSpPr>
        <p:spPr>
          <a:xfrm>
            <a:off x="1592825" y="3701845"/>
            <a:ext cx="1540723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fully working platform where users register, get AI-ranked compatible skill-swap partners, exchange requests,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 earn verified skill badges.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9121F-0945-D98E-BE94-E21648E641A9}"/>
              </a:ext>
            </a:extLst>
          </p:cNvPr>
          <p:cNvSpPr txBox="1"/>
          <p:nvPr/>
        </p:nvSpPr>
        <p:spPr>
          <a:xfrm>
            <a:off x="1565415" y="5928852"/>
            <a:ext cx="15151968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learn new skills at zero cost, build credibility through verified badges, and connect with compatible peers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— removing the barrier of expensive courses.</a:t>
            </a:r>
          </a:p>
          <a:p>
            <a:endParaRPr lang="en-IN" sz="3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A9C849-B25F-E78A-AF47-E57CA960570C}"/>
              </a:ext>
            </a:extLst>
          </p:cNvPr>
          <p:cNvSpPr txBox="1"/>
          <p:nvPr/>
        </p:nvSpPr>
        <p:spPr>
          <a:xfrm>
            <a:off x="1578081" y="8052622"/>
            <a:ext cx="10955179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Democratises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skill-sharing for millions of students and professionals globally —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especially those in tier-2/3 cities with limited access to quality coaching.</a:t>
            </a:r>
          </a:p>
          <a:p>
            <a:endParaRPr lang="en-IN" sz="3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8" y="2642732"/>
            <a:ext cx="6045112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1303" y="7455524"/>
            <a:ext cx="5823962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3" y="5041754"/>
            <a:ext cx="5086542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21D8D5-1961-44F0-B217-6714C9A16162}"/>
              </a:ext>
            </a:extLst>
          </p:cNvPr>
          <p:cNvSpPr txBox="1"/>
          <p:nvPr/>
        </p:nvSpPr>
        <p:spPr>
          <a:xfrm>
            <a:off x="1607576" y="3347885"/>
            <a:ext cx="1341630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Future: Real-time chat between matched users, video session scheduling, group skill-swap rooms,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 app (React Native), and OAuth login.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B2003-7E22-0572-33B5-6FF1FE690570}"/>
              </a:ext>
            </a:extLst>
          </p:cNvPr>
          <p:cNvSpPr txBox="1"/>
          <p:nvPr/>
        </p:nvSpPr>
        <p:spPr>
          <a:xfrm>
            <a:off x="1533836" y="5781369"/>
            <a:ext cx="13247666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SkillSwap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Board proves that AI + peer-to-peer collaboration can make quality learning free and </a:t>
            </a:r>
          </a:p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accessible — built in 24 hours by Team Cagey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Cryptics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at </a:t>
            </a:r>
            <a:r>
              <a:rPr lang="en-US" sz="3100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HackMatrix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2026.</a:t>
            </a:r>
          </a:p>
          <a:p>
            <a:endParaRPr lang="en-IN" sz="3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A2540-BDBB-89DA-E3B3-7B5372CC1DFD}"/>
              </a:ext>
            </a:extLst>
          </p:cNvPr>
          <p:cNvSpPr txBox="1"/>
          <p:nvPr/>
        </p:nvSpPr>
        <p:spPr>
          <a:xfrm>
            <a:off x="1533836" y="8170606"/>
            <a:ext cx="13288959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Scalability: Replace JSON storage with PostgreSQL, deploy on cloud (AWS/GCP), add caching </a:t>
            </a:r>
          </a:p>
          <a:p>
            <a:r>
              <a:rPr lang="en-US" sz="3100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</a:t>
            </a:r>
            <a:r>
              <a:rPr lang="en-US" sz="31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responses, and support thousands of concurrent </a:t>
            </a:r>
            <a:r>
              <a:rPr lang="en-US" sz="3100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users.</a:t>
            </a:r>
            <a:endParaRPr lang="en-US" sz="3100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1248</Words>
  <Application>Microsoft Office PowerPoint</Application>
  <PresentationFormat>Custom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Lakshya Nath</cp:lastModifiedBy>
  <cp:revision>12</cp:revision>
  <dcterms:modified xsi:type="dcterms:W3CDTF">2026-04-02T05:05:10Z</dcterms:modified>
</cp:coreProperties>
</file>